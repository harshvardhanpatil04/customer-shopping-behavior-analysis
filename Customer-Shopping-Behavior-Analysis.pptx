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anose="020F0502020204030204" pitchFamily="2" charset="0"/>
      <p:bold r:id="rId13"/>
    </p:embeddedFont>
    <p:embeddedFont>
      <p:font typeface="Libre Baskerville" panose="020F0502020204030204" pitchFamily="2" charset="0"/>
      <p:bold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442561"/>
          </a:xfrm>
          <a:prstGeom prst="roundRect">
            <a:avLst>
              <a:gd name="adj" fmla="val 7181"/>
            </a:avLst>
          </a:prstGeom>
          <a:solidFill>
            <a:srgbClr val="F3E4B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78981" y="4251840"/>
            <a:ext cx="392108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Kurta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277</Words>
  <Application>Microsoft Office PowerPoint</Application>
  <PresentationFormat>Custom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Libre Baskerville</vt:lpstr>
      <vt:lpstr>Calibri</vt:lpstr>
      <vt:lpstr>DM Sans</vt:lpstr>
      <vt:lpstr>Libre Baskerville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Harsh Patil</cp:lastModifiedBy>
  <cp:revision>3</cp:revision>
  <dcterms:created xsi:type="dcterms:W3CDTF">2025-10-14T02:52:00Z</dcterms:created>
  <dcterms:modified xsi:type="dcterms:W3CDTF">2026-09-11T07:47:21Z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D762F6C4252747A8AE552E9181131127_12</vt:lpwstr>
  </property>
  <property fmtid="{D5CDD505-2E9C-101B-9397-08002B2CF9AE}" pid="3" name="KSOProductBuildVer">
    <vt:lpwstr>1033-12.1.0.28485</vt:lpwstr>
  </property>
</Properties>
</file>